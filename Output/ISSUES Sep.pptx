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" y="2216150"/>
            <a:ext cx="10841355" cy="109474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433070" y="227330"/>
            <a:ext cx="1050925" cy="393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JV2</a:t>
            </a:r>
            <a:endParaRPr lang="en-US"/>
          </a:p>
        </p:txBody>
      </p:sp>
      <p:sp>
        <p:nvSpPr>
          <p:cNvPr id="24" name="Rectangles 23"/>
          <p:cNvSpPr/>
          <p:nvPr/>
        </p:nvSpPr>
        <p:spPr>
          <a:xfrm>
            <a:off x="5684520" y="2682240"/>
            <a:ext cx="673735" cy="499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ectangles 31"/>
          <p:cNvSpPr/>
          <p:nvPr/>
        </p:nvSpPr>
        <p:spPr>
          <a:xfrm>
            <a:off x="293370" y="864870"/>
            <a:ext cx="2936875" cy="2667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IN THE SFC</a:t>
            </a:r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" y="3180080"/>
            <a:ext cx="10800080" cy="866140"/>
          </a:xfrm>
          <a:prstGeom prst="rect">
            <a:avLst/>
          </a:prstGeom>
        </p:spPr>
      </p:pic>
      <p:sp>
        <p:nvSpPr>
          <p:cNvPr id="23" name="Rectangles 22"/>
          <p:cNvSpPr/>
          <p:nvPr/>
        </p:nvSpPr>
        <p:spPr>
          <a:xfrm>
            <a:off x="293370" y="2682240"/>
            <a:ext cx="476250" cy="1364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Rectangles 26"/>
          <p:cNvSpPr/>
          <p:nvPr/>
        </p:nvSpPr>
        <p:spPr>
          <a:xfrm>
            <a:off x="10554335" y="2682240"/>
            <a:ext cx="539750" cy="1364615"/>
          </a:xfrm>
          <a:prstGeom prst="rect">
            <a:avLst/>
          </a:prstGeom>
          <a:noFill/>
          <a:ln w="12700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90" y="2274570"/>
            <a:ext cx="11504295" cy="993775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433070" y="227330"/>
            <a:ext cx="1050925" cy="393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VH4</a:t>
            </a:r>
            <a:endParaRPr lang="en-US"/>
          </a:p>
        </p:txBody>
      </p:sp>
      <p:sp>
        <p:nvSpPr>
          <p:cNvPr id="24" name="Rectangles 23"/>
          <p:cNvSpPr/>
          <p:nvPr/>
        </p:nvSpPr>
        <p:spPr>
          <a:xfrm>
            <a:off x="5938520" y="2682240"/>
            <a:ext cx="673735" cy="499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ectangles 31"/>
          <p:cNvSpPr/>
          <p:nvPr/>
        </p:nvSpPr>
        <p:spPr>
          <a:xfrm>
            <a:off x="293370" y="864870"/>
            <a:ext cx="2936875" cy="2667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IN THE SFC</a:t>
            </a:r>
            <a:endParaRPr lang="en-US"/>
          </a:p>
        </p:txBody>
      </p:sp>
      <p:sp>
        <p:nvSpPr>
          <p:cNvPr id="23" name="Rectangles 22"/>
          <p:cNvSpPr/>
          <p:nvPr/>
        </p:nvSpPr>
        <p:spPr>
          <a:xfrm>
            <a:off x="186690" y="2682240"/>
            <a:ext cx="476250" cy="499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Rectangles 26"/>
          <p:cNvSpPr/>
          <p:nvPr/>
        </p:nvSpPr>
        <p:spPr>
          <a:xfrm>
            <a:off x="8128635" y="2682240"/>
            <a:ext cx="768350" cy="499110"/>
          </a:xfrm>
          <a:prstGeom prst="rect">
            <a:avLst/>
          </a:prstGeom>
          <a:noFill/>
          <a:ln w="12700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Presentation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thinhphat.nguyen</cp:lastModifiedBy>
  <cp:revision>5</cp:revision>
  <dcterms:created xsi:type="dcterms:W3CDTF">2026-07-14T07:17:00Z</dcterms:created>
  <dcterms:modified xsi:type="dcterms:W3CDTF">2026-10-01T08:56:27Z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56DA64EA89C8416B93F50088D6CB1432</vt:lpwstr>
  </property>
  <property fmtid="{D5CDD505-2E9C-101B-9397-08002B2CF9AE}" pid="3" name="KSOProductBuildVer">
    <vt:lpwstr>1033-11.2.0.11440</vt:lpwstr>
  </property>
</Properties>
</file>