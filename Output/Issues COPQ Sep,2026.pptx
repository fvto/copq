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7" r:id="rId3"/>
    <p:sldId id="258" r:id="rId4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80" d="100"/>
          <a:sy n="80" d="100"/>
        </p:scale>
        <p:origin x="136" y="-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23E99-7074-40FE-817C-C9E8091D3D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4606C6-1F4E-4095-A0EA-5DB8BE01CF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A5AF88-E282-48A0-A049-A28936D4E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119CF-6435-4180-A732-85C2BC30F571}" type="datetimeFigureOut">
              <a:rPr lang="vi-VN" smtClean="0"/>
              <a:t>03/10/2026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4DD38-CA5B-4317-A19F-F3EC4EB21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C70D3-997F-4512-B95D-5CC4302DE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A8930-6D18-45DD-8D88-8388635EB58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97375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145E0-4F45-4DEE-9405-1C077C1C4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AB4CF-7A01-4759-B414-6FDBE16362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3AABCE-8E00-4DD8-AC03-D90D1D230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119CF-6435-4180-A732-85C2BC30F571}" type="datetimeFigureOut">
              <a:rPr lang="vi-VN" smtClean="0"/>
              <a:t>03/10/2026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D8CEA4-8CC1-4C96-8852-7190B9D77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50E4B-9A5F-4A43-B1A7-022A0AE05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A8930-6D18-45DD-8D88-8388635EB58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25033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71166-87BD-439D-B4A4-EA2BFFA93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4740A6-8184-4F67-9ED6-9B29691A00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005B3-47C3-4E79-9B8A-F6EAAB1E3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119CF-6435-4180-A732-85C2BC30F571}" type="datetimeFigureOut">
              <a:rPr lang="vi-VN" smtClean="0"/>
              <a:t>03/10/2026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89D23-60B1-4629-83BE-A2F846C4F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973CAF-884C-4342-9B18-E75075753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A8930-6D18-45DD-8D88-8388635EB58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73573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9772C-F97E-4431-A01E-068A6157A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58F84-DFF7-481E-82DD-6AAAE965E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0FE0D2-F252-4116-B8F8-BFA6DED3AD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B843BE-7566-4F25-B13C-02119E4E0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119CF-6435-4180-A732-85C2BC30F571}" type="datetimeFigureOut">
              <a:rPr lang="vi-VN" smtClean="0"/>
              <a:t>03/10/2026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6F7670-3E92-483E-9F46-E2B164A50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06E118-51D1-4BD5-B5A3-C1B13CA65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A8930-6D18-45DD-8D88-8388635EB58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38671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063F8-7E52-4076-9C6E-E1604E370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19F43-D519-4567-9230-29DBEAE52F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22A483-585B-4B5E-9341-942FC2F69A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95CAFE-AA3C-41E8-A8D1-3D2B2D9895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32C156-85B7-4217-855C-3137AF4F85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28BF34-82A3-4CD8-9720-53819BADA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119CF-6435-4180-A732-85C2BC30F571}" type="datetimeFigureOut">
              <a:rPr lang="vi-VN" smtClean="0"/>
              <a:t>03/10/2026</a:t>
            </a:fld>
            <a:endParaRPr lang="vi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528E7D-6704-40C4-B691-4F3517C34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CB2917-3F1B-4BE2-8633-1215CEDB6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A8930-6D18-45DD-8D88-8388635EB58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63432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6AFF8-2C73-4305-BD84-38FD4E08D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8FD252-296C-4EA5-884A-B0E3168CD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119CF-6435-4180-A732-85C2BC30F571}" type="datetimeFigureOut">
              <a:rPr lang="vi-VN" smtClean="0"/>
              <a:t>03/10/2026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D62AA1-084A-4FA9-9E11-61932EFB9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73FD4E-3033-4D4A-82D7-BF5EE166B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A8930-6D18-45DD-8D88-8388635EB58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10073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53F06D-C215-4F87-83D5-5F42D3444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119CF-6435-4180-A732-85C2BC30F571}" type="datetimeFigureOut">
              <a:rPr lang="vi-VN" smtClean="0"/>
              <a:t>03/10/2026</a:t>
            </a:fld>
            <a:endParaRPr lang="vi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31EFE5-A1CB-4EA8-A995-BE0D7AF89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78C5C1-E47A-4E6F-8333-CC547B2E2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A8930-6D18-45DD-8D88-8388635EB58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30373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642BD-8D37-4D59-96D6-C9E080289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0B94F1-DC01-44EF-9356-ABFA91FA2F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D453A8-C791-43C9-9CA2-8B5E2312BF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295A71-E12E-465E-BFB7-3C0A6CE3D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119CF-6435-4180-A732-85C2BC30F571}" type="datetimeFigureOut">
              <a:rPr lang="vi-VN" smtClean="0"/>
              <a:t>03/10/2026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144330-4172-4AF4-8D24-24D6FC78A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62EE80-2449-4136-BD4E-91791B875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A8930-6D18-45DD-8D88-8388635EB58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77524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FB60C-31E0-4E1D-9472-72043B805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92FF75-56BC-4322-82E8-D6DA6234E5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5A1609-950F-43EB-988F-18F4CF52B2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17B1CA-8B9C-43C9-9729-A2FF765EA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119CF-6435-4180-A732-85C2BC30F571}" type="datetimeFigureOut">
              <a:rPr lang="vi-VN" smtClean="0"/>
              <a:t>03/10/2026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0DEE84-5C73-4DA3-9EED-53B6CFA2A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CB3517-1AA8-48CE-B2D8-60CD9CE98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A8930-6D18-45DD-8D88-8388635EB58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04966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EF306-067B-4811-9EE9-F4582B9DF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735FBC-6631-4C98-A839-34CABC9B95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C3ED77-004F-41BD-BC3B-C460EF1D5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119CF-6435-4180-A732-85C2BC30F571}" type="datetimeFigureOut">
              <a:rPr lang="vi-VN" smtClean="0"/>
              <a:t>03/10/2026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640EB-CAE5-407D-804F-00F3218EC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C78064-AC9D-45B9-9E56-B58B506EB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A8930-6D18-45DD-8D88-8388635EB58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80091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612366-F02B-47C7-AE96-60170A679C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7D42C7-A60C-4D5F-AA12-C1BC0BCF4F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4D6285-1C8B-444F-A8AA-D90B63B88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119CF-6435-4180-A732-85C2BC30F571}" type="datetimeFigureOut">
              <a:rPr lang="vi-VN" smtClean="0"/>
              <a:t>03/10/2026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1989D-BD56-4816-84A7-A16DF7ECA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DA454E-5E1D-437A-A0A7-2785BBF39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A8930-6D18-45DD-8D88-8388635EB58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82415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A286E7-D0DA-4454-B6F1-1AACB832D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AFDB8C-7A90-496E-BBE4-F197DE576F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2C687-0068-4A54-A1F5-DFE6A08F4B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6119CF-6435-4180-A732-85C2BC30F571}" type="datetimeFigureOut">
              <a:rPr lang="vi-VN" smtClean="0"/>
              <a:t>03/10/2026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08059B-6365-4DF9-9825-6C4C96287D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23CEC7-A1A1-4030-9A6A-8A7ACFD7B7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3A8930-6D18-45DD-8D88-8388635EB58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81003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C0F825-B8EF-4EE1-A1B9-708548BD5E38}"/>
              </a:ext>
            </a:extLst>
          </p:cNvPr>
          <p:cNvSpPr/>
          <p:nvPr/>
        </p:nvSpPr>
        <p:spPr>
          <a:xfrm>
            <a:off x="0" y="259882"/>
            <a:ext cx="1222409" cy="3080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VH3</a:t>
            </a:r>
            <a:endParaRPr lang="vi-VN" b="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5FDCC9-9689-4BDC-A384-4FB58EE48DDD}"/>
              </a:ext>
            </a:extLst>
          </p:cNvPr>
          <p:cNvSpPr/>
          <p:nvPr/>
        </p:nvSpPr>
        <p:spPr>
          <a:xfrm>
            <a:off x="-7951" y="599696"/>
            <a:ext cx="1501541" cy="2502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Report copq</a:t>
            </a:r>
            <a:endParaRPr lang="vi-V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8BE8F0-4C8B-4ED7-A075-8102F3785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9661"/>
            <a:ext cx="12192000" cy="9827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D7E1C7A-6F1B-4CF8-8678-FB2773F32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80268"/>
            <a:ext cx="12192000" cy="148372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3508E31-E124-4CD3-BEE3-7F8DFA0E702D}"/>
              </a:ext>
            </a:extLst>
          </p:cNvPr>
          <p:cNvSpPr/>
          <p:nvPr/>
        </p:nvSpPr>
        <p:spPr>
          <a:xfrm>
            <a:off x="0" y="2536543"/>
            <a:ext cx="1501541" cy="25025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System</a:t>
            </a:r>
            <a:endParaRPr lang="vi-V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032BD0-FB18-4807-861F-9A21FD2059F5}"/>
              </a:ext>
            </a:extLst>
          </p:cNvPr>
          <p:cNvSpPr txBox="1"/>
          <p:nvPr/>
        </p:nvSpPr>
        <p:spPr>
          <a:xfrm>
            <a:off x="2154803" y="477078"/>
            <a:ext cx="1741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  <a:highlight>
                  <a:srgbClr val="000080"/>
                </a:highlight>
              </a:rPr>
              <a:t>Đã sửa</a:t>
            </a:r>
            <a:endParaRPr lang="vi-VN">
              <a:solidFill>
                <a:schemeClr val="bg1"/>
              </a:solidFill>
              <a:highlight>
                <a:srgbClr val="00008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35240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5F37B27-AF24-46F4-AF7A-B96EF4543B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3241"/>
            <a:ext cx="12192000" cy="145466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BEA6BE3-D4C3-416F-AFD8-FD99DF813F76}"/>
              </a:ext>
            </a:extLst>
          </p:cNvPr>
          <p:cNvSpPr/>
          <p:nvPr/>
        </p:nvSpPr>
        <p:spPr>
          <a:xfrm>
            <a:off x="10183527" y="702644"/>
            <a:ext cx="2008473" cy="190580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3FC98B-4749-465F-B299-14E7B9E6B1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08651"/>
            <a:ext cx="11951314" cy="142247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7250A36-2320-4913-A002-42037BD73E1D}"/>
              </a:ext>
            </a:extLst>
          </p:cNvPr>
          <p:cNvSpPr/>
          <p:nvPr/>
        </p:nvSpPr>
        <p:spPr>
          <a:xfrm>
            <a:off x="0" y="259882"/>
            <a:ext cx="1222409" cy="3080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VH</a:t>
            </a:r>
            <a:endParaRPr lang="vi-VN" b="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4550959-658F-4CC8-9012-866DEC017EB4}"/>
              </a:ext>
            </a:extLst>
          </p:cNvPr>
          <p:cNvSpPr/>
          <p:nvPr/>
        </p:nvSpPr>
        <p:spPr>
          <a:xfrm>
            <a:off x="-7951" y="599696"/>
            <a:ext cx="1501541" cy="2502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Report copq</a:t>
            </a:r>
            <a:endParaRPr lang="vi-V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48AAA6-9424-4CA6-9349-F3F3499017AF}"/>
              </a:ext>
            </a:extLst>
          </p:cNvPr>
          <p:cNvSpPr/>
          <p:nvPr/>
        </p:nvSpPr>
        <p:spPr>
          <a:xfrm>
            <a:off x="0" y="2661668"/>
            <a:ext cx="1501541" cy="25025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System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0005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ADA33CF-7789-4868-B226-63306BDAF4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2537"/>
            <a:ext cx="12192000" cy="169536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5B5006D-BD9C-4188-8797-54E980D342B0}"/>
              </a:ext>
            </a:extLst>
          </p:cNvPr>
          <p:cNvSpPr/>
          <p:nvPr/>
        </p:nvSpPr>
        <p:spPr>
          <a:xfrm>
            <a:off x="0" y="875900"/>
            <a:ext cx="1222409" cy="3080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JV2</a:t>
            </a:r>
            <a:endParaRPr lang="vi-VN" b="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6AB45B-B691-4C27-A44D-96EC41B0E476}"/>
              </a:ext>
            </a:extLst>
          </p:cNvPr>
          <p:cNvSpPr/>
          <p:nvPr/>
        </p:nvSpPr>
        <p:spPr>
          <a:xfrm>
            <a:off x="0" y="1183910"/>
            <a:ext cx="1501541" cy="3226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Report copq</a:t>
            </a:r>
            <a:endParaRPr lang="vi-V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46E8BD-A19B-443E-916E-75C37D9BA839}"/>
              </a:ext>
            </a:extLst>
          </p:cNvPr>
          <p:cNvSpPr/>
          <p:nvPr/>
        </p:nvSpPr>
        <p:spPr>
          <a:xfrm>
            <a:off x="0" y="3309491"/>
            <a:ext cx="1501541" cy="25025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System</a:t>
            </a:r>
            <a:endParaRPr lang="vi-V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BAC279-FAB5-4014-9693-76480B945BD3}"/>
              </a:ext>
            </a:extLst>
          </p:cNvPr>
          <p:cNvSpPr/>
          <p:nvPr/>
        </p:nvSpPr>
        <p:spPr>
          <a:xfrm>
            <a:off x="10183528" y="1289785"/>
            <a:ext cx="2008472" cy="202130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4B86D95-CE08-4385-9E90-79950E4085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12901"/>
            <a:ext cx="12192000" cy="1739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804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14</Words>
  <Application>Microsoft Office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Le, Thanh-Truc</dc:creator>
  <cp:lastModifiedBy>Le, Thanh-Truc</cp:lastModifiedBy>
  <cp:revision>7</cp:revision>
  <dcterms:created xsi:type="dcterms:W3CDTF">2026-10-03T07:48:37Z</dcterms:created>
  <dcterms:modified xsi:type="dcterms:W3CDTF">2026-10-03T09:23:45Z</dcterms:modified>
</cp:coreProperties>
</file>